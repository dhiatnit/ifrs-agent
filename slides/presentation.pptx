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WITH TOOL USE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IFRS Agent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agent for international accounting standards — that cites the rule and computes the figure.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Hassine Dhia Eddine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A-Madushani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Davide Papini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0" y="5943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github.com/dhiatnit/ifrs-agent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556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556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Long, technical texts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28800" y="202996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IFRS/IAS standards run to hundreds of pages; finding the paragraph that governs a question is slow even for professionals.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3558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3558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31546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AND numbers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828800" y="363016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questions need both the correct treatment and an exact figure (depreciation, impairment, leases).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10881360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9560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56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47548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chatbots fail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828800" y="5230368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invent paragraph numbers and miscalculate — unacceptable in accounting.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answer WITH citations, compute EXACTLY, and REFUSE what is out of scope.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an agent, not just RAG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2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RAG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Always: retrieve → answer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arithmetic guarantee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decide to refuse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212080" cy="448056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agent — it decides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75120" y="22860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search_standards — semantic search over the 5 standards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— exact arithmetic (LLMs are unreliable at math)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question: search, compute, chain both, or refuse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genuine "agent with tool use"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37760" y="13258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0" y="1325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23774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0" y="23774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 (Gemini)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2057400"/>
            <a:ext cx="0" cy="3200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6576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3657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search_standards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over 5 IFRS standards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365760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3657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figures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3200400"/>
            <a:ext cx="-128016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3200400"/>
            <a:ext cx="1280160" cy="45720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51206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5120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standard &amp; paragraph citations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4572000"/>
            <a:ext cx="2331720" cy="5486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4572000"/>
            <a:ext cx="-2331720" cy="54864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chunks · embeddings: gemini-embedding-001 · agent: gemini-2.5-flash-lite · vector store: FAISS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0" cy="448056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EU-endorsed, free, machine-readable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Regulation (EU) 2023/1803 via EUR-Lex (12 MB, all 40 standards)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ifrs.org: those texts are copyrighted; the EU versions are reusable with attribution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Extracted, cleaned by the team, and cut into 167 section-aligned chunks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0" y="137160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0" y="1371600"/>
            <a:ext cx="109728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3716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2 — Inventories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2267712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267712"/>
            <a:ext cx="109728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267712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16 — Property, Plant &amp; Equipment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3163824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3163824"/>
            <a:ext cx="109728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163824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36 — Impairment of Assets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4059936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4059936"/>
            <a:ext cx="109728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4059936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15 — Revenue from Contracts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4956048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4956048"/>
            <a:ext cx="109728" cy="7315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95604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16 — Leases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course template — and hardened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2011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Kept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Gemini + FAISS core and the evaluation scripts (rageval, LLM-as-judge) from Prof. Belli's studentsbot.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72200" y="1417320"/>
            <a:ext cx="5303520" cy="2011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2148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university web pages for IFRS/IAS standards; replaced the system prompt with an IFRS 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303520" cy="2011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840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43891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 and the agent decision layer — the part that makes it an agent.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72200" y="3657600"/>
            <a:ext cx="5303520" cy="2011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3840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00800" y="43891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 chunking bug (5 giant chunks → 167) and three retired/changed Gemini models. LLM apps age fast.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set — 30 questions with known answers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definitions / scope   ·   12 calculations (exact numbers)   ·   3 out-of-scope traps (must refuse)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5303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794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rageval.py: similarity, ROUGE, BLEU, keyword P/R/F1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plain-RAG baseline, same model &amp; questions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3611880"/>
            <a:ext cx="5303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3794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42976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LLM-as-judge: semantic equivalence + confidence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accuracy + error analysis by category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276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/ 30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6276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66160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refusals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6276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55080" y="2423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LLM-judge: equivalent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06840" y="146304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06840" y="162763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0" y="242316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confidence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10881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vs baseline — automatic metrics (same model, 30 questions)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023360"/>
          <a:ext cx="10332720" cy="1828800"/>
        </p:xfrm>
        <a:graphic>
          <a:graphicData uri="http://schemas.openxmlformats.org/drawingml/2006/table">
            <a:tbl>
              <a:tblPr/>
              <a:tblGrid>
                <a:gridCol w="3931920"/>
                <a:gridCol w="3200400"/>
                <a:gridCol w="320040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(plain RAG)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recall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F1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similarity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ROUGE-1 F1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6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metrics honestly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overlap scores look low even when answers are correct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answers are one line; the agent gives a full, cited explanation. ROUGE/BLEU reward brevity and exact wording, so extra correct words lower the score.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474720"/>
            <a:ext cx="5303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telling number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recall 0.74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answers contain the right content — they are just fuller than the references.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3474720"/>
            <a:ext cx="53035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also judge meaning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4023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LLM-as-judge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92240" y="47548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semantic equivalence rather than word overlap — the fairer measure for cited, explanatory answers.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Demo: tool chaining in one answer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machine costs €120,000, residual €20,000, useful life 8 years. Annual depreciation, and which standard?"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088136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3774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search_standards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IAS 16 — depreciable amount allocated over useful life (¶50, 53, 62).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881360" cy="10972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657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calculator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3657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(120000 − 20000) / 8 = 12500 — exact, not estimated.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800600"/>
            <a:ext cx="1088136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9377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answer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31920" y="4937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“Annual depreciation is €12,500 (IAS 16, ¶50/53/62).” with the formula shown.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we solved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2011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109728" cy="2011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age fast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Gemini models we depended on were retired or zero-quota within months — pinned versions and documented the stack.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303520" cy="2011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72200" y="1417320"/>
            <a:ext cx="109728" cy="2011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chunking bug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indexed 5 giant blobs; fixed to 167 section-aligned chunks with citations.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5303520" cy="2011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657600"/>
            <a:ext cx="109728" cy="2011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Free-tier quotas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multi-call per question; daily caps were the real limit. Made every run paced, retrying and resumable.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3657600"/>
            <a:ext cx="5303520" cy="2011680"/>
          </a:xfrm>
          <a:prstGeom prst="rect">
            <a:avLst/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3657600"/>
            <a:ext cx="109728" cy="2011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840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Retry storms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43891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auto-retries deepen rate-limiting — backing off deliberately beats retrying aggressively.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agent that cites, computes, and knows its limits.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 questions answered, 3 / 3 refusals, agent-vs-baseline evaluation with automatic and LLM-judge scoring. Built on the course stack, extended into a real tool-using agent.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more standards · retrieval metrics (Hit@k / MRR) · concise-answer prompting · hybrid / GraphRAG.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github.com/dhiatnit/ifrs-agent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IFRS Agent</dc:title>
  <dc:subject>PptxGenJS Presentation</dc:subject>
  <dc:creator>Ben Hassine Dhia Eddine, A-Madushani, Davide Papini</dc:creator>
  <cp:lastModifiedBy>Ben Hassine Dhia Eddine, A-Madushani, Davide Papini</cp:lastModifiedBy>
  <cp:revision>1</cp:revision>
  <dcterms:created xsi:type="dcterms:W3CDTF">2026-06-14T11:19:56Z</dcterms:created>
  <dcterms:modified xsi:type="dcterms:W3CDTF">2026-06-14T11:19:56Z</dcterms:modified>
</cp:coreProperties>
</file>